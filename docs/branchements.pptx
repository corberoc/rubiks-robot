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31069-12C3-3FCD-AFA8-526023254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E09252-D4AD-FC5C-76A9-70D28FFAE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71C28-886C-A6A1-59A1-7D217C98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B6D45B-1787-8D41-E791-77D05FF1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A27824-E417-B2D4-50A9-A319EB44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13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FB43FC-DD77-ACFA-1DC9-47CC470B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EFD2AE-E8D8-3E3B-BC10-26002F29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135AE2-8A5D-51A7-8C9A-C6E48E91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82AAD-D1AE-798F-2850-365CEFCD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7FE42-E22C-499C-99CC-14B906EB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05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C9D146-561A-441B-C336-8D26D59B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07F672-F0A7-7FE3-1B2B-A490CF0F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A893A7-3F42-BE01-989F-460AD813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6DB737-997B-5C84-80E2-2610B9A3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B319CC-D345-300F-AACA-8DE7D3B8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42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C38D0-6643-493B-6C66-AE9B8426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25B2D5-FD1E-BFFA-37DB-DB39BAC42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BAAE82-B5FD-4E22-1262-F0C954E4F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256082-278C-A42A-0AC5-71C50046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AD6E64-E2DB-FEB3-B807-2C69CC92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F913F6-C0EC-8CDE-83E4-D5C81956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171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DB64B5-913D-998B-81C1-A94385DDF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665F92-B276-180D-2B9D-E9DBE8B43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973934-B6F4-8595-8C8D-FA7EB49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291E04-AF37-878B-DB6F-54F7D76A8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2AC9E7-4327-2083-6DA8-6A357E358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67A8DB-96EF-D0D9-F83A-248D3453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51ECCE-48C3-B30E-A797-5B25FB39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B5BA67-01CB-131E-F0D1-C159311D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32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F6629-309F-0CEC-C1FC-61CBF8B9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574957-48C1-B0DF-616E-01AAEA88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0B3E38-9F74-C9B4-8FC3-4CF54C827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4C7784-47D5-B54E-0924-4E8B3AF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91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76217E-11C4-D70A-A63B-42C42468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DCDD44-9F3C-3491-C89F-97C29F58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B856AF-CE6B-DE32-8564-897C5660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89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20458-95F7-8180-2B49-A38F00EB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707B12-B219-5491-E798-7C0E87609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ECC7F3-9CC1-91EF-439B-CE4BD7E3C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21C263-E73B-72C9-AAAF-717BD431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65C355-1EFF-8F9A-EE51-D9102293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239F84-F5A7-E58E-A599-9506ACD2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10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4B2793-6FAF-55FD-5A16-31C49CCB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5914F3-78FF-67EC-AA94-A30532E02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02B4F2-80DE-8BE1-D1D6-C01F76930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D232F5-D526-C835-992D-BAF2F4CF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97D67D-700A-999E-49F5-6645176D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C5F659-40E6-3F1C-94C7-36D6EC70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40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1B323-4337-D13C-403B-84FD6116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159AC3-CC86-65C3-E662-7C6FAF63D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65628D-EB16-87B5-7FAE-A61E9C96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A64FA5-3335-DA9B-4642-1780B3EB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58EEF-D9E9-64AF-5E0E-1EBCC658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63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AFBCE8-1247-3A53-A6DD-BC5AAAB17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9CD5C1-1237-4BE3-5B44-D5A64922B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110A23-D6F3-769C-DDC4-18C5E812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AC6038-BBA4-E0C6-9C10-ECB414E7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F060BF-FD88-E764-F996-9EC0AC0E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40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AE1A51F-D0B1-83F4-664C-05546855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CB361B-4AAE-8E97-F208-D91672D02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3952E3-3981-17B0-CB63-7E49F4EC0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09CF8-3C6B-481A-A682-66E8531BC596}" type="datetimeFigureOut">
              <a:rPr lang="fr-FR" smtClean="0"/>
              <a:t>20/02/2026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441849-6BF4-4317-1B02-8226B31CA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4FAD2F-9892-FF99-DACC-DC7694E06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AD660-17D5-441F-9507-7C58960EBC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8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6AC95C7-BC9A-6A23-28A9-9D05A4F7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31" t="51328" r="9195" b="8872"/>
          <a:stretch>
            <a:fillRect/>
          </a:stretch>
        </p:blipFill>
        <p:spPr>
          <a:xfrm rot="-120000">
            <a:off x="1258159" y="229160"/>
            <a:ext cx="9302130" cy="6478851"/>
          </a:xfrm>
          <a:prstGeom prst="rect">
            <a:avLst/>
          </a:prstGeom>
        </p:spPr>
      </p:pic>
      <p:pic>
        <p:nvPicPr>
          <p:cNvPr id="6" name="Image 5" descr="Une image contenant texte, Appareils électroniques, affichage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B3869B8A-0275-C8DE-CE0B-96020426B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3" t="51274" r="9413" b="3518"/>
          <a:stretch>
            <a:fillRect/>
          </a:stretch>
        </p:blipFill>
        <p:spPr bwMode="auto">
          <a:xfrm rot="5400000">
            <a:off x="6883306" y="1623853"/>
            <a:ext cx="1317395" cy="4743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4359C87-1FA4-135B-E05C-389B4A282C01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8855242" y="1147485"/>
            <a:ext cx="0" cy="165661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BBCD26D-C6EB-B88F-3D9C-BA7986793F0E}"/>
              </a:ext>
            </a:extLst>
          </p:cNvPr>
          <p:cNvCxnSpPr>
            <a:cxnSpLocks/>
          </p:cNvCxnSpPr>
          <p:nvPr/>
        </p:nvCxnSpPr>
        <p:spPr>
          <a:xfrm flipV="1">
            <a:off x="9337651" y="440012"/>
            <a:ext cx="0" cy="70747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67FB3A0-1B2C-5E97-5E31-1E7B8332632D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362520" y="425975"/>
            <a:ext cx="19481" cy="2378125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9DEAF7C5-C721-F7AC-3AB1-9E9629438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66468"/>
              </p:ext>
            </p:extLst>
          </p:nvPr>
        </p:nvGraphicFramePr>
        <p:xfrm>
          <a:off x="1730448" y="5569385"/>
          <a:ext cx="8488172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98">
                  <a:extLst>
                    <a:ext uri="{9D8B030D-6E8A-4147-A177-3AD203B41FA5}">
                      <a16:colId xmlns:a16="http://schemas.microsoft.com/office/drawing/2014/main" val="1258126384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4052643542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1804506817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398477258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090285604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1467178670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1203188815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2551855333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817708386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233891160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515307708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981848460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3005499043"/>
                    </a:ext>
                  </a:extLst>
                </a:gridCol>
                <a:gridCol w="606298">
                  <a:extLst>
                    <a:ext uri="{9D8B030D-6E8A-4147-A177-3AD203B41FA5}">
                      <a16:colId xmlns:a16="http://schemas.microsoft.com/office/drawing/2014/main" val="1143438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900" dirty="0"/>
                        <a:t>14 T_IRQ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13 </a:t>
                      </a:r>
                    </a:p>
                    <a:p>
                      <a:r>
                        <a:rPr lang="fr-FR" sz="900" dirty="0"/>
                        <a:t>T_DO (MISO)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12 T_DIN (MOSI)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11</a:t>
                      </a:r>
                    </a:p>
                    <a:p>
                      <a:r>
                        <a:rPr lang="fr-FR" sz="900" dirty="0"/>
                        <a:t> T_CS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10 T_CLK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9  </a:t>
                      </a:r>
                    </a:p>
                    <a:p>
                      <a:r>
                        <a:rPr lang="fr-FR" sz="900" dirty="0"/>
                        <a:t>SDO (MISO)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8 </a:t>
                      </a:r>
                    </a:p>
                    <a:p>
                      <a:r>
                        <a:rPr lang="fr-FR" sz="900" dirty="0"/>
                        <a:t>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7 </a:t>
                      </a:r>
                    </a:p>
                    <a:p>
                      <a:r>
                        <a:rPr lang="fr-FR" sz="900" dirty="0"/>
                        <a:t>SCK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6</a:t>
                      </a:r>
                    </a:p>
                    <a:p>
                      <a:r>
                        <a:rPr lang="fr-FR" sz="900" dirty="0"/>
                        <a:t>SDI (MOSI)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5</a:t>
                      </a:r>
                    </a:p>
                    <a:p>
                      <a:r>
                        <a:rPr lang="fr-FR" sz="900" dirty="0"/>
                        <a:t>D/C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4</a:t>
                      </a:r>
                    </a:p>
                    <a:p>
                      <a:r>
                        <a:rPr lang="fr-FR" sz="900" dirty="0"/>
                        <a:t>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3</a:t>
                      </a:r>
                    </a:p>
                    <a:p>
                      <a:r>
                        <a:rPr lang="fr-FR" sz="9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2</a:t>
                      </a:r>
                    </a:p>
                    <a:p>
                      <a:r>
                        <a:rPr lang="fr-FR" sz="900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</a:t>
                      </a:r>
                    </a:p>
                    <a:p>
                      <a:r>
                        <a:rPr lang="fr-FR" sz="900" dirty="0"/>
                        <a:t>VCC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981162"/>
                  </a:ext>
                </a:extLst>
              </a:tr>
            </a:tbl>
          </a:graphicData>
        </a:graphic>
      </p:graphicFrame>
      <p:sp>
        <p:nvSpPr>
          <p:cNvPr id="16" name="Ellipse 15">
            <a:extLst>
              <a:ext uri="{FF2B5EF4-FFF2-40B4-BE49-F238E27FC236}">
                <a16:creationId xmlns:a16="http://schemas.microsoft.com/office/drawing/2014/main" id="{8122E36B-A096-658A-05D5-622C772E7F9E}"/>
              </a:ext>
            </a:extLst>
          </p:cNvPr>
          <p:cNvSpPr/>
          <p:nvPr/>
        </p:nvSpPr>
        <p:spPr>
          <a:xfrm>
            <a:off x="8752115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E9026FE-8679-E2C8-3E03-317A3E50307B}"/>
              </a:ext>
            </a:extLst>
          </p:cNvPr>
          <p:cNvSpPr/>
          <p:nvPr/>
        </p:nvSpPr>
        <p:spPr>
          <a:xfrm>
            <a:off x="8505754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39A63A7-E412-48FD-7DD5-69602933C05F}"/>
              </a:ext>
            </a:extLst>
          </p:cNvPr>
          <p:cNvSpPr/>
          <p:nvPr/>
        </p:nvSpPr>
        <p:spPr>
          <a:xfrm>
            <a:off x="8259393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3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814C475-290F-164A-8639-926FAFE7750C}"/>
              </a:ext>
            </a:extLst>
          </p:cNvPr>
          <p:cNvSpPr/>
          <p:nvPr/>
        </p:nvSpPr>
        <p:spPr>
          <a:xfrm>
            <a:off x="8013032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4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8C9F64F-0493-5BB4-AA66-95052A6584DE}"/>
              </a:ext>
            </a:extLst>
          </p:cNvPr>
          <p:cNvSpPr/>
          <p:nvPr/>
        </p:nvSpPr>
        <p:spPr>
          <a:xfrm>
            <a:off x="7766671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5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FB6F8EE-1B28-47D9-6327-975855FA0A1A}"/>
              </a:ext>
            </a:extLst>
          </p:cNvPr>
          <p:cNvSpPr/>
          <p:nvPr/>
        </p:nvSpPr>
        <p:spPr>
          <a:xfrm>
            <a:off x="7520310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6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99367D7-A01B-0E31-39E4-D87D8BB67914}"/>
              </a:ext>
            </a:extLst>
          </p:cNvPr>
          <p:cNvSpPr/>
          <p:nvPr/>
        </p:nvSpPr>
        <p:spPr>
          <a:xfrm>
            <a:off x="7267074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7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AD4FDB8-CE9E-4013-8C13-781CE758678A}"/>
              </a:ext>
            </a:extLst>
          </p:cNvPr>
          <p:cNvSpPr/>
          <p:nvPr/>
        </p:nvSpPr>
        <p:spPr>
          <a:xfrm>
            <a:off x="7027587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8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9E1476-283C-DA0C-4CDF-A53EFB9F966D}"/>
              </a:ext>
            </a:extLst>
          </p:cNvPr>
          <p:cNvSpPr/>
          <p:nvPr/>
        </p:nvSpPr>
        <p:spPr>
          <a:xfrm>
            <a:off x="6794977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9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1C93DC1-97BC-993F-823F-83CCB39A8AD5}"/>
              </a:ext>
            </a:extLst>
          </p:cNvPr>
          <p:cNvSpPr/>
          <p:nvPr/>
        </p:nvSpPr>
        <p:spPr>
          <a:xfrm>
            <a:off x="6534863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10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02B9F97-4FC5-1B5E-048B-31E7C32D3E37}"/>
              </a:ext>
            </a:extLst>
          </p:cNvPr>
          <p:cNvSpPr/>
          <p:nvPr/>
        </p:nvSpPr>
        <p:spPr>
          <a:xfrm>
            <a:off x="6274753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E49FBFD-267D-9770-6BAE-68F221B8D574}"/>
              </a:ext>
            </a:extLst>
          </p:cNvPr>
          <p:cNvSpPr/>
          <p:nvPr/>
        </p:nvSpPr>
        <p:spPr>
          <a:xfrm>
            <a:off x="6014641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EDFDB654-C4AD-D17C-B24B-DF7A8027C742}"/>
              </a:ext>
            </a:extLst>
          </p:cNvPr>
          <p:cNvSpPr/>
          <p:nvPr/>
        </p:nvSpPr>
        <p:spPr>
          <a:xfrm>
            <a:off x="5768280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13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66B0EBA-B92A-DFCA-98A8-2BE3C567915D}"/>
              </a:ext>
            </a:extLst>
          </p:cNvPr>
          <p:cNvSpPr/>
          <p:nvPr/>
        </p:nvSpPr>
        <p:spPr>
          <a:xfrm>
            <a:off x="5508168" y="2804100"/>
            <a:ext cx="206254" cy="192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/>
              <a:t>14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185B3694-D142-8714-823F-F58E917F9CC4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608881" y="852523"/>
            <a:ext cx="0" cy="19515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496D5D84-AE69-4250-0BC7-63179446E59B}"/>
              </a:ext>
            </a:extLst>
          </p:cNvPr>
          <p:cNvCxnSpPr>
            <a:cxnSpLocks/>
          </p:cNvCxnSpPr>
          <p:nvPr/>
        </p:nvCxnSpPr>
        <p:spPr>
          <a:xfrm flipV="1">
            <a:off x="8855242" y="440012"/>
            <a:ext cx="0" cy="4817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A04393A1-E651-8D57-0290-C9FB5DDA96F5}"/>
              </a:ext>
            </a:extLst>
          </p:cNvPr>
          <p:cNvSpPr/>
          <p:nvPr/>
        </p:nvSpPr>
        <p:spPr>
          <a:xfrm>
            <a:off x="9218481" y="233470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A1C2A3A1-AD5E-B810-FCDA-147ECD04E2C5}"/>
              </a:ext>
            </a:extLst>
          </p:cNvPr>
          <p:cNvSpPr/>
          <p:nvPr/>
        </p:nvSpPr>
        <p:spPr>
          <a:xfrm>
            <a:off x="8772739" y="233470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P2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923BACFF-95B6-E366-EFED-516F2F365151}"/>
              </a:ext>
            </a:extLst>
          </p:cNvPr>
          <p:cNvSpPr/>
          <p:nvPr/>
        </p:nvSpPr>
        <p:spPr>
          <a:xfrm>
            <a:off x="8265124" y="233470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P3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98BB426-5B32-3AE3-2EA4-6BC5A43B6180}"/>
              </a:ext>
            </a:extLst>
          </p:cNvPr>
          <p:cNvSpPr/>
          <p:nvPr/>
        </p:nvSpPr>
        <p:spPr>
          <a:xfrm>
            <a:off x="8004792" y="241686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9E7B9F8-EE71-C4AB-3BEA-3D76AE5FA2C0}"/>
              </a:ext>
            </a:extLst>
          </p:cNvPr>
          <p:cNvSpPr/>
          <p:nvPr/>
        </p:nvSpPr>
        <p:spPr>
          <a:xfrm>
            <a:off x="7727709" y="248274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P5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2E76AC2A-644C-C987-F8EE-B3B1867F88CE}"/>
              </a:ext>
            </a:extLst>
          </p:cNvPr>
          <p:cNvSpPr/>
          <p:nvPr/>
        </p:nvSpPr>
        <p:spPr>
          <a:xfrm>
            <a:off x="7485935" y="260970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P6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EB97936-B5DF-39C2-7B66-6389F68E1626}"/>
              </a:ext>
            </a:extLst>
          </p:cNvPr>
          <p:cNvSpPr/>
          <p:nvPr/>
        </p:nvSpPr>
        <p:spPr>
          <a:xfrm>
            <a:off x="7222502" y="259943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P7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6194F72-8C00-CF01-745B-BD8763868E17}"/>
              </a:ext>
            </a:extLst>
          </p:cNvPr>
          <p:cNvSpPr/>
          <p:nvPr/>
        </p:nvSpPr>
        <p:spPr>
          <a:xfrm>
            <a:off x="6282895" y="280563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P9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2E7C2999-5BBA-7318-305C-480CA25F961E}"/>
              </a:ext>
            </a:extLst>
          </p:cNvPr>
          <p:cNvSpPr/>
          <p:nvPr/>
        </p:nvSpPr>
        <p:spPr>
          <a:xfrm>
            <a:off x="6781729" y="259942"/>
            <a:ext cx="206254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P8</a:t>
            </a:r>
          </a:p>
        </p:txBody>
      </p:sp>
      <p:graphicFrame>
        <p:nvGraphicFramePr>
          <p:cNvPr id="60" name="Tableau 59">
            <a:extLst>
              <a:ext uri="{FF2B5EF4-FFF2-40B4-BE49-F238E27FC236}">
                <a16:creationId xmlns:a16="http://schemas.microsoft.com/office/drawing/2014/main" id="{23F86297-5A91-A78A-EBE8-239BE77CF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39985"/>
              </p:ext>
            </p:extLst>
          </p:nvPr>
        </p:nvGraphicFramePr>
        <p:xfrm>
          <a:off x="1733956" y="4820545"/>
          <a:ext cx="61561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618">
                  <a:extLst>
                    <a:ext uri="{9D8B030D-6E8A-4147-A177-3AD203B41FA5}">
                      <a16:colId xmlns:a16="http://schemas.microsoft.com/office/drawing/2014/main" val="2860570469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1467178670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1203188815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2551855333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3817708386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3233891160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515307708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3981848460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3005499043"/>
                    </a:ext>
                  </a:extLst>
                </a:gridCol>
                <a:gridCol w="615618">
                  <a:extLst>
                    <a:ext uri="{9D8B030D-6E8A-4147-A177-3AD203B41FA5}">
                      <a16:colId xmlns:a16="http://schemas.microsoft.com/office/drawing/2014/main" val="1143438374"/>
                    </a:ext>
                  </a:extLst>
                </a:gridCol>
              </a:tblGrid>
              <a:tr h="361680">
                <a:tc>
                  <a:txBody>
                    <a:bodyPr/>
                    <a:lstStyle/>
                    <a:p>
                      <a:r>
                        <a:rPr lang="fr-FR" sz="900" dirty="0"/>
                        <a:t>P10</a:t>
                      </a:r>
                    </a:p>
                    <a:p>
                      <a:r>
                        <a:rPr lang="fr-FR" sz="900" dirty="0"/>
                        <a:t>GPIO17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P9  </a:t>
                      </a:r>
                    </a:p>
                    <a:p>
                      <a:r>
                        <a:rPr lang="fr-FR" sz="900" dirty="0"/>
                        <a:t>GPIO7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P8 </a:t>
                      </a:r>
                    </a:p>
                    <a:p>
                      <a:r>
                        <a:rPr lang="fr-FR" sz="900" dirty="0"/>
                        <a:t>GPIO9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P7 </a:t>
                      </a:r>
                    </a:p>
                    <a:p>
                      <a:r>
                        <a:rPr lang="fr-FR" sz="900" dirty="0"/>
                        <a:t>GPIO11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P6</a:t>
                      </a:r>
                    </a:p>
                    <a:p>
                      <a:r>
                        <a:rPr lang="fr-FR" sz="900" dirty="0"/>
                        <a:t>GPIO10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P5</a:t>
                      </a:r>
                    </a:p>
                    <a:p>
                      <a:r>
                        <a:rPr lang="fr-FR" sz="900" dirty="0"/>
                        <a:t>GPIO25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P4</a:t>
                      </a:r>
                    </a:p>
                    <a:p>
                      <a:r>
                        <a:rPr lang="fr-FR" sz="900" dirty="0"/>
                        <a:t>GPIO24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P3</a:t>
                      </a:r>
                    </a:p>
                    <a:p>
                      <a:r>
                        <a:rPr lang="fr-FR" sz="900" dirty="0"/>
                        <a:t>GPIO8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P2</a:t>
                      </a:r>
                    </a:p>
                    <a:p>
                      <a:r>
                        <a:rPr lang="fr-FR" sz="900" dirty="0"/>
                        <a:t>GND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P1</a:t>
                      </a:r>
                    </a:p>
                    <a:p>
                      <a:r>
                        <a:rPr lang="fr-FR" sz="900" dirty="0"/>
                        <a:t>3.3V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981162"/>
                  </a:ext>
                </a:extLst>
              </a:tr>
            </a:tbl>
          </a:graphicData>
        </a:graphic>
      </p:graphicFrame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2D8FE5DF-4577-3755-559A-FF243C641A65}"/>
              </a:ext>
            </a:extLst>
          </p:cNvPr>
          <p:cNvCxnSpPr>
            <a:cxnSpLocks/>
            <a:stCxn id="19" idx="0"/>
            <a:endCxn id="49" idx="4"/>
          </p:cNvCxnSpPr>
          <p:nvPr/>
        </p:nvCxnSpPr>
        <p:spPr>
          <a:xfrm flipH="1" flipV="1">
            <a:off x="8107919" y="434191"/>
            <a:ext cx="8240" cy="2369909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C7E6635D-8731-569B-3A46-51EF1C5DE71B}"/>
              </a:ext>
            </a:extLst>
          </p:cNvPr>
          <p:cNvCxnSpPr>
            <a:cxnSpLocks/>
            <a:stCxn id="20" idx="0"/>
            <a:endCxn id="50" idx="4"/>
          </p:cNvCxnSpPr>
          <p:nvPr/>
        </p:nvCxnSpPr>
        <p:spPr>
          <a:xfrm flipH="1" flipV="1">
            <a:off x="7830836" y="440779"/>
            <a:ext cx="38962" cy="236332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29587AB0-9DF6-B554-F994-151F2D70FB57}"/>
              </a:ext>
            </a:extLst>
          </p:cNvPr>
          <p:cNvCxnSpPr>
            <a:cxnSpLocks/>
          </p:cNvCxnSpPr>
          <p:nvPr/>
        </p:nvCxnSpPr>
        <p:spPr>
          <a:xfrm flipV="1">
            <a:off x="4296392" y="1435526"/>
            <a:ext cx="3223918" cy="453603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608EB0A7-0848-C031-8ACC-9AEC9BFD7CA6}"/>
              </a:ext>
            </a:extLst>
          </p:cNvPr>
          <p:cNvCxnSpPr>
            <a:cxnSpLocks/>
          </p:cNvCxnSpPr>
          <p:nvPr/>
        </p:nvCxnSpPr>
        <p:spPr>
          <a:xfrm>
            <a:off x="4296392" y="2124222"/>
            <a:ext cx="3278158" cy="10532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213BD919-2D00-C362-99E8-9367626CC6A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4296392" y="2377065"/>
            <a:ext cx="1821376" cy="42703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DD93C457-2811-D8A1-67FE-23696DDE046D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7370201" y="1703707"/>
            <a:ext cx="11446" cy="1100393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CD96EAAB-7FA4-F9DA-81EC-70B620DAF279}"/>
              </a:ext>
            </a:extLst>
          </p:cNvPr>
          <p:cNvCxnSpPr>
            <a:cxnSpLocks/>
            <a:endCxn id="51" idx="4"/>
          </p:cNvCxnSpPr>
          <p:nvPr/>
        </p:nvCxnSpPr>
        <p:spPr>
          <a:xfrm flipV="1">
            <a:off x="7485935" y="453475"/>
            <a:ext cx="103127" cy="982051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4D126A60-1C20-0730-7DFA-D60F03127C8D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7532914" y="2229542"/>
            <a:ext cx="90523" cy="57455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2E456F67-F2A7-47FD-51E4-FB134CC4221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7130714" y="1111843"/>
            <a:ext cx="35922" cy="1692257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3E56D6B-239D-EE5D-126E-8DE1B5CE570C}"/>
              </a:ext>
            </a:extLst>
          </p:cNvPr>
          <p:cNvCxnSpPr>
            <a:cxnSpLocks/>
          </p:cNvCxnSpPr>
          <p:nvPr/>
        </p:nvCxnSpPr>
        <p:spPr>
          <a:xfrm flipH="1" flipV="1">
            <a:off x="3011332" y="2144842"/>
            <a:ext cx="3873524" cy="21447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E3943948-14FE-A29C-B01A-88AE65B1C148}"/>
              </a:ext>
            </a:extLst>
          </p:cNvPr>
          <p:cNvCxnSpPr>
            <a:cxnSpLocks/>
            <a:endCxn id="52" idx="4"/>
          </p:cNvCxnSpPr>
          <p:nvPr/>
        </p:nvCxnSpPr>
        <p:spPr>
          <a:xfrm flipV="1">
            <a:off x="3791850" y="452448"/>
            <a:ext cx="3533779" cy="1436681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18A09FA3-2B5D-F86A-D433-EC30ACE5641C}"/>
              </a:ext>
            </a:extLst>
          </p:cNvPr>
          <p:cNvCxnSpPr>
            <a:cxnSpLocks/>
          </p:cNvCxnSpPr>
          <p:nvPr/>
        </p:nvCxnSpPr>
        <p:spPr>
          <a:xfrm flipV="1">
            <a:off x="3791850" y="1736959"/>
            <a:ext cx="3584074" cy="387263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9557E6FE-3973-CCCE-CCDE-1DA01BDAFAE3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6616001" y="2417577"/>
            <a:ext cx="21989" cy="386523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A2E0673B-6049-96AC-599F-63CE241E8F4D}"/>
              </a:ext>
            </a:extLst>
          </p:cNvPr>
          <p:cNvCxnSpPr>
            <a:cxnSpLocks/>
          </p:cNvCxnSpPr>
          <p:nvPr/>
        </p:nvCxnSpPr>
        <p:spPr>
          <a:xfrm flipV="1">
            <a:off x="3791850" y="2453739"/>
            <a:ext cx="2823732" cy="202838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F38B14F6-5B5E-4F75-2753-7C2B8A3F9D07}"/>
              </a:ext>
            </a:extLst>
          </p:cNvPr>
          <p:cNvCxnSpPr>
            <a:cxnSpLocks/>
            <a:stCxn id="26" idx="0"/>
            <a:endCxn id="53" idx="4"/>
          </p:cNvCxnSpPr>
          <p:nvPr/>
        </p:nvCxnSpPr>
        <p:spPr>
          <a:xfrm flipV="1">
            <a:off x="6377880" y="473068"/>
            <a:ext cx="8142" cy="233103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6" name="Ellipse 135">
            <a:extLst>
              <a:ext uri="{FF2B5EF4-FFF2-40B4-BE49-F238E27FC236}">
                <a16:creationId xmlns:a16="http://schemas.microsoft.com/office/drawing/2014/main" id="{B1CA57D6-4C8C-F5F4-1771-BA8E691B3517}"/>
              </a:ext>
            </a:extLst>
          </p:cNvPr>
          <p:cNvSpPr/>
          <p:nvPr/>
        </p:nvSpPr>
        <p:spPr>
          <a:xfrm>
            <a:off x="5474020" y="301061"/>
            <a:ext cx="346057" cy="19250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 dirty="0"/>
              <a:t>P10</a:t>
            </a:r>
          </a:p>
        </p:txBody>
      </p: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57ADF409-CE2C-2E30-BB06-1390126E97BA}"/>
              </a:ext>
            </a:extLst>
          </p:cNvPr>
          <p:cNvCxnSpPr>
            <a:cxnSpLocks/>
          </p:cNvCxnSpPr>
          <p:nvPr/>
        </p:nvCxnSpPr>
        <p:spPr>
          <a:xfrm flipH="1" flipV="1">
            <a:off x="3033321" y="2918238"/>
            <a:ext cx="2786756" cy="268942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C78CC9F4-DDB8-EAF7-F5E1-0A33D6EFE883}"/>
              </a:ext>
            </a:extLst>
          </p:cNvPr>
          <p:cNvCxnSpPr>
            <a:cxnSpLocks/>
            <a:stCxn id="29" idx="0"/>
            <a:endCxn id="136" idx="4"/>
          </p:cNvCxnSpPr>
          <p:nvPr/>
        </p:nvCxnSpPr>
        <p:spPr>
          <a:xfrm flipV="1">
            <a:off x="5611295" y="493566"/>
            <a:ext cx="35754" cy="231053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30DF2DFA-4519-B33C-6ECF-0414AFA62417}"/>
              </a:ext>
            </a:extLst>
          </p:cNvPr>
          <p:cNvCxnSpPr>
            <a:cxnSpLocks/>
            <a:stCxn id="54" idx="4"/>
          </p:cNvCxnSpPr>
          <p:nvPr/>
        </p:nvCxnSpPr>
        <p:spPr>
          <a:xfrm flipH="1">
            <a:off x="3011332" y="452447"/>
            <a:ext cx="3873524" cy="1436681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5B5268FA-281E-8C52-3DCE-76262F1BE621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6862182" y="2359314"/>
            <a:ext cx="35922" cy="444786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BBE799C5-A563-DAAA-4033-88F5C878DA84}"/>
              </a:ext>
            </a:extLst>
          </p:cNvPr>
          <p:cNvCxnSpPr>
            <a:cxnSpLocks/>
            <a:endCxn id="28" idx="4"/>
          </p:cNvCxnSpPr>
          <p:nvPr/>
        </p:nvCxnSpPr>
        <p:spPr>
          <a:xfrm flipV="1">
            <a:off x="5768280" y="2996605"/>
            <a:ext cx="103127" cy="190575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8641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97</Words>
  <Application>Microsoft Office PowerPoint</Application>
  <PresentationFormat>Grand écran</PresentationFormat>
  <Paragraphs>69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Tingaud</dc:creator>
  <cp:lastModifiedBy>Axel Tingaud</cp:lastModifiedBy>
  <cp:revision>5</cp:revision>
  <dcterms:created xsi:type="dcterms:W3CDTF">2026-02-20T22:12:14Z</dcterms:created>
  <dcterms:modified xsi:type="dcterms:W3CDTF">2026-02-20T23:51:23Z</dcterms:modified>
</cp:coreProperties>
</file>